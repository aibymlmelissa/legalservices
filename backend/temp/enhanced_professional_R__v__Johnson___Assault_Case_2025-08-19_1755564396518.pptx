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HANCE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Legal Strategy Platform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📋 Legal Strategy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Comprehensive defense strategy based on available evidence and precedents. Focus on procedural safeguards and constitutional protections.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Tailored approach based on case specifics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Professional presentation designed for your goals</a:t>
            </a:r>
            <a:endParaRPr lang="en-US" sz="1600" dirty="0"/>
          </a:p>
        </p:txBody>
      </p:sp>
      <p:pic>
        <p:nvPicPr>
          <p:cNvPr id="4" name="Image 0" descr="/Users/aibyml/Communications/backend/temp/graphics/icon_scales_175556439255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82880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💪 Key Strengths &amp; Advantages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Strong precedential support available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Constitutional protections applicable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Client cooperation and support network</a:t>
            </a:r>
            <a:endParaRPr lang="en-US" sz="1600" dirty="0"/>
          </a:p>
        </p:txBody>
      </p:sp>
      <p:pic>
        <p:nvPicPr>
          <p:cNvPr id="4" name="Image 0" descr="/Users/aibyml/Communications/backend/temp/graphics/chart_17555643927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⚠️ Risk Analysis &amp; Mitigation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Evidence challenges require careful handling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Procedural requirements must be met precisely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Public perception considerations</a:t>
            </a:r>
            <a:endParaRPr lang="en-US" sz="1600" dirty="0"/>
          </a:p>
        </p:txBody>
      </p:sp>
      <p:pic>
        <p:nvPicPr>
          <p:cNvPr id="4" name="Image 0" descr="/Users/aibyml/Communications/backend/temp/graphics/diagram_17555643947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🎯 Recommended Strategic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Multi-pronged defense focusing on Charter applications, evidence challenges, and alternative resolutions.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Evidence-driven decision making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Goal-oriented execution plan</a:t>
            </a:r>
            <a:endParaRPr lang="en-US" sz="1600" dirty="0"/>
          </a:p>
        </p:txBody>
      </p:sp>
      <p:pic>
        <p:nvPicPr>
          <p:cNvPr id="4" name="Image 0" descr="/Users/aibyml/Communications/backend/temp/graphics/diagram_17555643964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📅 Timeline &amp;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Early Charter applications to exclude problematic evidence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Thorough cross-examination preparation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Expert witness considerations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Plea negotiation possibilities</a:t>
            </a:r>
            <a:endParaRPr lang="en-US" sz="1600" dirty="0"/>
          </a:p>
        </p:txBody>
      </p:sp>
      <p:pic>
        <p:nvPicPr>
          <p:cNvPr id="4" name="Image 0" descr="/Users/aibyml/Communications/backend/temp/graphics/chart_17555643965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✅ Next Steps &amp; Action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Immediate action items identified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Resource requirements outlined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Success metrics established</a:t>
            </a:r>
            <a:endParaRPr lang="en-US" sz="1600" dirty="0"/>
          </a:p>
        </p:txBody>
      </p:sp>
      <p:pic>
        <p:nvPicPr>
          <p:cNvPr id="4" name="Image 0" descr="/Users/aibyml/Communications/backend/temp/graphics/icon_scales_1755564396517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82880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23B72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Legal Strategy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2025-08-19T00:46:36Z</dcterms:created>
  <dcterms:modified xsi:type="dcterms:W3CDTF">2025-08-19T00:46:36Z</dcterms:modified>
</cp:coreProperties>
</file>