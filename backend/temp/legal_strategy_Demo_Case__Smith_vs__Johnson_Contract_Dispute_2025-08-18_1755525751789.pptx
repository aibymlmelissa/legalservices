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Legal Strategy Platform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4E79"/>
                </a:solidFill>
              </a:rPr>
              <a:t>Legal Strategy Presentation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Demo Case: Smith vs. Johnson Contract Dispute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F7F7F"/>
                </a:solidFill>
              </a:rPr>
              <a:t>Legal Strategy Platform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Generated: 18/8/2025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Comprehensive defense strategy based on available evidence and precedents. Focus on procedural safeguards and constitutional protections.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Case Strengths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Strong precedential support available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Constitutional protections applicable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Client cooperation and support network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Potential Challenges &amp; Mitigation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AD47"/>
                </a:solidFill>
              </a:rPr>
              <a:t>Challenges: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Evidence challenges require careful handling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Procedural requirements must be met precisely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Public perception considerations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AD47"/>
                </a:solidFill>
              </a:rPr>
              <a:t>Mitigation Strategies: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Strong Charter applications and procedural challenges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Thorough preparation and support accommodations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Recommended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Multi-pronged defense focusing on Charter applications, evidence challenges, and alternative resolutions.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AD47"/>
                </a:solidFill>
              </a:rPr>
              <a:t>Tactical Considerations: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Early Charter applications to exclude problematic evidence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Thorough cross-examination preparation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Expert witness considerations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Plea negotiation possibilities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Timeline &amp; Milestones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Phase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Timeline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Key Objectives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Pre-trial preparation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60-90 days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Complete disclosure review, File Charter applications, Retain experts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Motion practice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30-45 days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Argue admissibility issues, Resolve procedural matters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Trial preparation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 days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Finalize witness list, Prepare client testimony, Review strategy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Risk Assessment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066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Likelihood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Mitigation Strategy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Evidence admission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Strong Charter applications and procedural challenges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Client testimony challenges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Thorough preparation and support accommodations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Expected Outcomes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Potential dismissal on Charter grounds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Reduced charges through negotiation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Acquittal after trial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Guilty plea to lesser offense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Alternative Strategies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Focus on restorative justice approaches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Emphasize rehabilitation and community service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Explore diversion programs if available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AD47"/>
                </a:solidFill>
              </a:rPr>
              <a:t>Immediate Actions: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Complete disclosure review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File Charter applications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Retain experts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Questions &amp; Discussion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2025-08-18T14:02:31Z</dcterms:created>
  <dcterms:modified xsi:type="dcterms:W3CDTF">2025-08-18T14:02:31Z</dcterms:modified>
</cp:coreProperties>
</file>